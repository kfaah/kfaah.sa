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تحليل رضا المتبرعين الحالي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لتحليل فجوات الخدمة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تحليل رضا المتبرعين الحالي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يرجى رصد كافة الشكاوى الواردة خلال الأسبوع الماضي وتصنيفها حسب السرعة والجودة.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هذا النموذج لتحديد الفجوات التي أثرت على مستوى الرضا.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اعرض النتائج في الاجتماع التشغيلي القادم.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تحليل رضا المتبرعين الحالي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الجدول التنفيذي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ملاحظات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إضافية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الحل؟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تقييم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نوع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الاستفسار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وقت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الاستجابة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قالب متابعة وتحليل جاهز للتعبئة.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تحليل رضا المتبرعين الحالي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