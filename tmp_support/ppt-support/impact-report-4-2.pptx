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هيكلية تقرير الأثر لمتبرعي الاستقطاع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لعرض الأثر الدوري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هيكلية تقرير الأثر لمتبرعي الاستقطاع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العنوان: أثر عطائك المستمر - تقرير خاص لشركاء الاستدامة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الوصف: تقرير بصري يوضح كيف ساهمت التبرعات المنتظمة في استقرار المشاريع.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المحتوى: صور من الميدان، أرقام إجمالية للمستفيدين، وقصة نجاح واحدة مؤثرة.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طمأنة المتبرع بأن استقطاعه الشهري هو الركيزة الأساسية للعمل.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هيكلية تقرير الأثر لمتبرعي الاستقطاع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