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أداء برنامج الولاء الشهري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للمتابعة الشهرية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أداء برنامج الولاء الشهري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هذا العرض مخصص لقياس مدى نجاح برنامج الولاء في الحفاظ على المانحين واستدامة التبرعات.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اعرض النتائج ومسببات التوقف والتوصيات التطويرية.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أداء برنامج الولاء الشهري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التنفيذي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زيادة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ردود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الأفعال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أسباب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التوقف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الاستمرار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قالب متابعة شهري لبرنامج الولاء.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أداء برنامج الولاء الشهري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