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رسالة دعوة الشركاء والمانحين الجدد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للرسالة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رسالة دعوة الشركاء والمانحين الجدد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السلام عليكم ورحمة الله وبركاته، يسعدنا في {اسم_الجمعية} دعوتكم لتكونوا شركاء في مسيرة العطاء.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لقد اطلعنا على جهودكم المباركة ونتطلع لتعاون يثمر خيراً لمجتمعنا.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نرفق لكم عرضاً خاصاً لمشاريعنا الحالية التي تتقاطع مع أهدافكم.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نتشرف بتواصلكم عبر {رقم_التواصل}.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شكراً لكم.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Lovable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رسالة دعوة الشركاء والمانحين الجدد</dc:title>
  <dc:subject>PptxGenJS Presentation</dc:subject>
  <dc:creator>Lovable</dc:creator>
  <cp:lastModifiedBy>Lovable</cp:lastModifiedBy>
  <cp:revision>1</cp:revision>
  <dcterms:created xsi:type="dcterms:W3CDTF">2026-04-22T16:33:19Z</dcterms:created>
  <dcterms:modified xsi:type="dcterms:W3CDTF">2026-04-22T16:33:19Z</dcterms:modified>
</cp:coreProperties>
</file>