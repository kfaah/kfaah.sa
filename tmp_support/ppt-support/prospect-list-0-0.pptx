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50 جهة محتملة للاستقطاب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تنفيذي جاهز لتوزيع جهات الاستهداف والشراكات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50 جهة محتملة للاستقطاب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هذه القائمة تتضمن 50 جهة محتملة موزعة على قطاعات متنوعة يمكن البدء معها مباشرة في حملة الشراكات والاستقطاب.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 تنويع القطاعات والمدن لتوسيع فرص الوصول.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اسم نقطة الاتصال الفعلية بعد التحقق من الجهة.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السقف التقديري لتحديد أولوية المتابعة والعرض المناسب.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50 جهة محتملة للاستقطاب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الجدول التنفيذي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ملاحظات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الحالة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السقف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التقديري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الاهتمام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المتوقع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البريد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الجوال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الاتصال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القطاع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اسم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الجهة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استهداف أولية قابلة للتعديل قبل التواصل.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  <a:gridCol w="1039091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الأيتام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السلال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الغذائية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اتصالات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المساعدات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الطبية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تأمين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المنورة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شركة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أغذية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بانتظار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التواصل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مشاريع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التمكين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csr@company.example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0500000000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الشراكات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الخبر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مجموعة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تجارية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جهة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قائمة 50 جهة محتملة للاستقطاب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