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87452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خطة أتمتة العمليات الإدارية المتكررة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301752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F5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تقليل الجهد اليدوي 40%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63040" y="3886200"/>
            <a:ext cx="9235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عرض PowerPoint جاهز للمراجعة والتنفيذ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841248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خطة أتمتة العمليات الإدارية المتكررة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11064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F5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المحتوى الجاهز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11155680" cy="5212080"/>
          </a:xfrm>
          <a:prstGeom prst="roundRect">
            <a:avLst>
              <a:gd name="adj" fmla="val 1053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536192"/>
            <a:ext cx="10652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خارطة طريق لأتمتة المهام الإدارية الروتينية باستخدام أدوات مجانية أو منخفضة التكلفة (Google Sheets، Zapier، نظام إدارة الجمعيات).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96112" y="2697480"/>
            <a:ext cx="1028700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228600" indent="-228600">
              <a:buSzPct val="100000"/>
              <a:buChar char="•"/>
            </a:pPr>
            <a:r>
              <a:rPr lang="en-US" sz="15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ابدأ بالمهام التي تستهلك أكثر من 5 ساعات أسبوعياً.</a:t>
            </a:r>
            <a:pPr algn="r" marL="228600" indent="-228600">
              <a:buSzPct val="100000"/>
              <a:buChar char="•"/>
            </a:pPr>
            <a:r>
              <a:rPr lang="en-US" sz="15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استخدم Google Forms لاستلام الطلبات الداخلية بدلاً من البريد.</a:t>
            </a:r>
            <a:pPr algn="r" marL="228600" indent="-228600">
              <a:buSzPct val="100000"/>
              <a:buChar char="•"/>
            </a:pPr>
            <a:r>
              <a:rPr lang="en-US" sz="15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فعّل التذكيرات الآلية في WhatsApp Business للمتبرعين المنتظمين.</a:t>
            </a:r>
            <a:pPr algn="r" marL="228600" indent="-228600">
              <a:buSzPct val="100000"/>
              <a:buChar char="•"/>
            </a:pPr>
            <a:r>
              <a:rPr lang="en-US" sz="15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فعّل القوالب الجاهزة (Templates) لجميع الرسائل المتكررة.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81229"/>
          </a:solidFill>
          <a:ln w="12700">
            <a:solidFill>
              <a:srgbClr val="08122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620256"/>
            <a:ext cx="11155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مادة داعمة تنفيذية جاهزة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841248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خطة أتمتة العمليات الإدارية المتكررة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11064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F5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مهام مستهدفة للأتمتة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1225296"/>
          <a:ext cx="11430000" cy="914400"/>
        </p:xfrm>
        <a:graphic>
          <a:graphicData uri="http://schemas.openxmlformats.org/drawingml/2006/table">
            <a:tbl>
              <a:tblPr/>
              <a:tblGrid>
                <a:gridCol w="1905000"/>
                <a:gridCol w="1905000"/>
                <a:gridCol w="1905000"/>
                <a:gridCol w="1905000"/>
                <a:gridCol w="1905000"/>
                <a:gridCol w="19050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مسؤول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التنفيذ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نسبة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التوفير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الجهد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بعد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الجهد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قبل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(ساعات/أسبوع)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الأداة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المقترحة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المهمة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خدمة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المتبرعين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WhatsApp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قالب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إرسال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تذكير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الاستقطاع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الشهري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منسق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التطوع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Forms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Sheets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تجميع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تقارير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المتطوعين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أخصائي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الكفالات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نظام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CRM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داخلي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متابعة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طلبات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الكفالات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الإعلام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قالب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تلقائي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إصدار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شهادات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الشكر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أخصائي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وثائق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منظم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أرشفة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المعاملات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172200"/>
            <a:ext cx="10972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إجمالي التوفير المتوقع: 20+ ساعة عمل أسبوعياً.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81229"/>
          </a:solidFill>
          <a:ln w="12700">
            <a:solidFill>
              <a:srgbClr val="08122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6620256"/>
            <a:ext cx="11155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مادة داعمة تنفيذية جاهزة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خطة أتمتة العمليات الإدارية المتكررة</dc:title>
  <dc:subject>PptxGenJS Presentation</dc:subject>
  <dc:creator>PptxGenJS</dc:creator>
  <cp:lastModifiedBy>PptxGenJS</cp:lastModifiedBy>
  <cp:revision>1</cp:revision>
  <dcterms:created xsi:type="dcterms:W3CDTF">2026-04-22T16:51:39Z</dcterms:created>
  <dcterms:modified xsi:type="dcterms:W3CDTF">2026-04-22T16:51:39Z</dcterms:modified>
</cp:coreProperties>
</file>