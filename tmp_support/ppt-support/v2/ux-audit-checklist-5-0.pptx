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تدقيق تجربة المستخدم على الموقع والتطبيق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30 نقطة جودة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تدقيق تجربة المستخدم على الموقع والتطبيق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فحص شاملة لمراجعة جميع نقاط احتكاك المتبرع مع المنصات الرقمية للجمعية - الموقع، صفحة التبرع، رسائل التأكيد.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 الفحص شخصياً من جوال (وليس كمبيوتر) لتحاكي 80% من المستخدمين.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أعد الفحص كل 3 أشهر.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بند غير مكتمل = طلب تعديل فوري.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تدقيق تجربة المستخدم على الموقع والتطبيق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نقاط الفحص الـ 30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الإجراء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الأولوية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التحقق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الكمبيوتر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الجوال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نقطة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الفحص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سرعة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تحميل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الصفحة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الرئيسية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(&lt;3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وضوح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صفحة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خطوات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إتمام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(&lt;3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خطوات)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STC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صفحة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شكر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تظهر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فوراً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بعد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وصول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رسالة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بإيصال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وضوح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المشاريع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والأهداف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صور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حقيقية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للمستفيدين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إمكانية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بدون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تسجيل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اللغة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العربية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الكامل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منخفضة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اللغة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الإنجليزية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نموذج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اتصل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بنا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واضح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صفحة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الشفافية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إمكانية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تحميل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تقارير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الأثر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رابط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الشكاوى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والاقتراحات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ظاهر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شهادات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وآراء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وجود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أخطاء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منخفضة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دعم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اختصار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الجوال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(Add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أكمل تعبئة الـ 30 نقطة في التقييم الفعلي. هذه نموذج بـ 18 بنداً.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قائمة تدقيق تجربة المستخدم على الموقع والتطبيق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