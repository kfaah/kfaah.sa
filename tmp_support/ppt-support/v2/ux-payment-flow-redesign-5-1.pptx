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إعادة تصميم رحلة التبرع (3 خطوات بدل 6)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تقليل التسرب 50%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إعادة تصميم رحلة التبرع (3 خطوات بدل 6)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عملية لتقليص رحلة التبرع من 6 خطوات حالية إلى 3 خطوات فقط، مع شرح ما يجب حذفه ودمجه.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الخطوة 1 الحالية: اختيار المشروع → تبقى.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الخطوة 2 الحالية: تحديد المبلغ → تبقى وتدمج مع طريقة الدفع.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الخطوة 3-4 الحالية: تسجيل الحساب + التحقق → تُحذف (التبرع كضيف).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الخطوة 5 الحالية: إدخال بيانات البطاقة → تبقى مع Apple Pay كخيار افتراضي.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الخطوة 6 الحالية: تأكيد → يصبح تلقائياً + شاشة شكر فورية.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الخطوات الجديدة: 1) المشروع 2) المبلغ والدفع 3) شكر وإيصال.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النتيجة المتوقعة: تقليل التسرب من 65% إلى 30%.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إعادة تصميم رحلة التبرع (3 خطوات بدل 6)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