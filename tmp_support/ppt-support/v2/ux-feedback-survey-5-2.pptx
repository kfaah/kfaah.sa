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استبيان قياس تجربة المتبرع بعد التحسين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3017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سؤالاً مدروساً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63040" y="3886200"/>
            <a:ext cx="9235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عرض PowerPoint جاهز للمراجعة والتنفيذ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استبيان قياس تجربة المتبرع بعد التحسين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المحتوى الجاهز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521208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536192"/>
            <a:ext cx="10652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استبيان قصير يُرسل تلقائياً بعد كل تبرع لقياس مدى رضا المستخدم عن التجربة الجديدة.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697480"/>
            <a:ext cx="10287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الاستبيان لا يتجاوز دقيقتين.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يُرسل تلقائياً بعد ساعة من التبرع.</a:t>
            </a:r>
            <a:pPr algn="r" marL="228600" indent="-228600">
              <a:buSzPct val="100000"/>
              <a:buChar char="•"/>
            </a:pPr>
            <a:r>
              <a:rPr lang="en-US" sz="15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تُحلل النتائج أسبوعياً وتُرفع لجنة التحسين.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841248"/>
          </a:xfrm>
          <a:prstGeom prst="rect">
            <a:avLst/>
          </a:prstGeom>
          <a:solidFill>
            <a:srgbClr val="0F1E3D"/>
          </a:solidFill>
          <a:ln w="12700">
            <a:solidFill>
              <a:srgbClr val="0F1E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01168"/>
            <a:ext cx="11064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استبيان قياس تجربة المتبرع بعد التحسين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603504"/>
            <a:ext cx="11064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F5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أسئلة الاستبيان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225296"/>
          <a:ext cx="11430000" cy="914400"/>
        </p:xfrm>
        <a:graphic>
          <a:graphicData uri="http://schemas.openxmlformats.org/drawingml/2006/table">
            <a:tbl>
              <a:tblPr/>
              <a:tblGrid>
                <a:gridCol w="2857500"/>
                <a:gridCol w="2857500"/>
                <a:gridCol w="2857500"/>
                <a:gridCol w="28575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الهدف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السؤال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نوع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الإجابة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السؤال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قياس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السهولة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العامة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نعم/لا/جزئياً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هل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سهلت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عملية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قياس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فعلي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للخطوات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رقم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كم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خطوة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استغرقت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لإتمام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رصد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العقبات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نعم/لا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(مع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وصف)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هل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واجهت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مشكلة؟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مقياس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تقييمك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العام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للتجربة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(1-10)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نقاط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القوة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نص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ما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الأكثر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إعجاباً؟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نقاط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الضعف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نص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ما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الذي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يمكن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تحسينه؟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قياس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الأتمتة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نعم/لا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هل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وصلتك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رسالة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الإيصال؟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قياس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الولاء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جداً/محتمل/غير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محتمل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هل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ستكرر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التبرع؟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قياس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التوصية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نعم/لا/ربما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هل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ستوصي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الآخرين؟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قياس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فعالية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القنوات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اختيارات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من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أي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قناة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عرفت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الحملة؟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استماع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مفتوح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نص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حر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اقتراح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إضافي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E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6172200"/>
            <a:ext cx="10972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 المستهدفة: 8/10 رضا عام، 60% NPS، أقل من 5% مشاكل تقنية.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81229"/>
          </a:solidFill>
          <a:ln w="12700">
            <a:solidFill>
              <a:srgbClr val="08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620256"/>
            <a:ext cx="11155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مادة داعمة تنفيذية جاهزة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استبيان قياس تجربة المتبرع بعد التحسين</dc:title>
  <dc:subject>PptxGenJS Presentation</dc:subject>
  <dc:creator>PptxGenJS</dc:creator>
  <cp:lastModifiedBy>PptxGenJS</cp:lastModifiedBy>
  <cp:revision>1</cp:revision>
  <dcterms:created xsi:type="dcterms:W3CDTF">2026-04-22T16:51:39Z</dcterms:created>
  <dcterms:modified xsi:type="dcterms:W3CDTF">2026-04-22T16:51:39Z</dcterms:modified>
</cp:coreProperties>
</file>