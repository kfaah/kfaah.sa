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قياس أثر الحملات النوعية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موحد لجميع الحملات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قياس أثر الحملات النوعية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مرن لقياس نتائج كل حملة نوعية على حدة، مع مؤشرات مالية وتسويقية.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عبئ التقرير خلال أسبوع من نهاية الحملة.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النتائج بالمستهدف الأولي.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احفظ النتائج في أرشيف الحملات للرجوع إليها.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قياس أثر الحملات النوعية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تقرير الحملة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ملاحظات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(عائد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لكل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ريال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إنفاق)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الإنجاز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المحقق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المستهدف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المؤشر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إجمالي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الجدد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العائدين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تكلفة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الحملة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وصول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المنشورات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التحويل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زيارة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لتبرع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احتسب ROI = (إجمالي التبرعات - تكلفة الحملة) ÷ تكلفة الحملة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قياس أثر الحملات النوعية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