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الروزنامة السنوية للحملات النوعية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تخطيط 12 حملة متخصصة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الروزنامة السنوية للحملات النوعية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روزنامة موزعة على شهور السنة لاستثمار المناسبات الدينية والاجتماعية والوطنية في حملات نوعية مدروسة.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حملة تستهدف شريحة محددة برسالة مخصصة.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التحضير يبدأ قبل شهر من الإطلاق.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يُعتمد المحتوى من لجنة الإعلام قبل النشر.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الروزنامة السنوية للحملات النوعية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حملة على مدار العام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القناة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الرئيسية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الهدف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الفئة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المستهدفة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المناسبة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اسم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الحملة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الشهر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بريد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لقاءات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الشركات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والمؤسسات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رأس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السنة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الميلادية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"بداية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الخير"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يناير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تواصل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اجتماعي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الأفراد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التأسيس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السعودي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التأسيس"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فبراير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المنتظمون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بداية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الربيع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"كسوة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مارس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جميع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القنوات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جميع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الشرائح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شهر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رمضان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رمضان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الكبرى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أبريل-مايو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تواصل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اجتماعي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الأفراد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عيد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الفطر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"زكاة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الفطر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والعيد"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يونيو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إعلانات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رقمية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السعودية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إجازة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الصيف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"صيف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بلا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جوع"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يوليو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جميع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القنوات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التقليديون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ذو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الحجة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"العشر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الأوائل"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أغسطس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شراكات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مؤسسية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الشركات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الكبرى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الوطني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"اليوم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الوطني"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سبتمبر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تواصل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اجتماعي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والشركات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بداية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الدراسي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"العودة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للمدارس"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أكتوبر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بريد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المنتظمون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بداية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الشتاء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"دفء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الشتاء"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نوفمبر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لقاءات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بريد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الشركات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(الميزانيات)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نهاية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"ختام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الخير"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ديسمبر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تواصل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مباشر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800,000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الأثرياء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نهاية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الهجري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"زكاة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السنوية"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ديسمبر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الإجمالي المستهدف السنوي: 7 ملايين ر.س.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الروزنامة السنوية للحملات النوعية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