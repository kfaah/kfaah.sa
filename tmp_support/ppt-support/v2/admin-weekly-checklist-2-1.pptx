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87452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قائمة المتابعة اليومية والأسبوعية للفريق الإداري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301752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F5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أداة ضبط الأداء التشغيلي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63040" y="3886200"/>
            <a:ext cx="9235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عرض PowerPoint جاهز للمراجعة والتنفيذ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12191695" cy="841248"/>
          </a:xfrm>
          <a:prstGeom prst="rect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قائمة المتابعة اليومية والأسبوعية للفريق الإداري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11064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F5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المحتوى الجاهز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11155680" cy="5212080"/>
          </a:xfrm>
          <a:prstGeom prst="roundRect">
            <a:avLst>
              <a:gd name="adj" fmla="val 1053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536192"/>
            <a:ext cx="10652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قائمة موحدة تضمن انتظام المهام الإدارية وعدم تأجيلها، مع مؤشرات قياس واضحة.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96112" y="2697480"/>
            <a:ext cx="1028700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228600" indent="-228600">
              <a:buSzPct val="100000"/>
              <a:buChar char="•"/>
            </a:pPr>
            <a:r>
              <a:rPr lang="en-US" sz="15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يطبق منسق العمليات هذه القائمة في بداية كل يوم.</a:t>
            </a:r>
            <a:pPr algn="r" marL="228600" indent="-228600">
              <a:buSzPct val="100000"/>
              <a:buChar char="•"/>
            </a:pPr>
            <a:r>
              <a:rPr lang="en-US" sz="15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أي بند غير منجز يُرفع لمدير الإدارة قبل نهاية اليوم.</a:t>
            </a:r>
            <a:pPr algn="r" marL="228600" indent="-228600">
              <a:buSzPct val="100000"/>
              <a:buChar char="•"/>
            </a:pPr>
            <a:r>
              <a:rPr lang="en-US" sz="15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تجمع النتائج في تقرير أسبوعي مختصر.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81229"/>
          </a:solidFill>
          <a:ln w="12700">
            <a:solidFill>
              <a:srgbClr val="08122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6620256"/>
            <a:ext cx="11155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مادة داعمة تنفيذية جاهزة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12191695" cy="841248"/>
          </a:xfrm>
          <a:prstGeom prst="rect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قائمة المتابعة اليومية والأسبوعية للفريق الإداري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11064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F5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مهام يومية وأسبوعية إلزامية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1225296"/>
          <a:ext cx="11430000" cy="914400"/>
        </p:xfrm>
        <a:graphic>
          <a:graphicData uri="http://schemas.openxmlformats.org/drawingml/2006/table">
            <a:tbl>
              <a:tblPr/>
              <a:tblGrid>
                <a:gridCol w="1905000"/>
                <a:gridCol w="1905000"/>
                <a:gridCol w="1905000"/>
                <a:gridCol w="1905000"/>
                <a:gridCol w="1905000"/>
                <a:gridCol w="19050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ملاحظة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حالة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اليوم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مؤشر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الأداء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مسؤول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التنفيذ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تكرار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البند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الرد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خلال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ساعات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منسق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العمليات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يومي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ص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مراجعة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بريد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الجمعية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الرسمي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صفر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طلب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معلق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فوق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24س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خدمة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المتبرعين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يومي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ص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متابعة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طلبات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المتبرعين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تحديث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منسق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العمليات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يومي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تحديث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جدول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المهام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تسليم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قبل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ظ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مدير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الإدارة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أسبوعي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خميس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تقرير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أداء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الموظفين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حضور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المدير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التنفيذي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أسبوعي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أحد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اجتماع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تنسيقي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صفر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وثيقة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متراكمة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أخصائي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وثائق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يومي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أرشفة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الوثائق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المنجزة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مطابقة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المحاسب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أسبوعي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ثلاثاء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مراجعة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الكشوف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المالية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172200"/>
            <a:ext cx="10972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حدّث الحالة بـ ✓ أو ✗ مع سبب عدم الإنجاز.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81229"/>
          </a:solidFill>
          <a:ln w="12700">
            <a:solidFill>
              <a:srgbClr val="08122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6620256"/>
            <a:ext cx="11155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مادة داعمة تنفيذية جاهزة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قائمة المتابعة اليومية والأسبوعية للفريق الإداري</dc:title>
  <dc:subject>PptxGenJS Presentation</dc:subject>
  <dc:creator>PptxGenJS</dc:creator>
  <cp:lastModifiedBy>PptxGenJS</cp:lastModifiedBy>
  <cp:revision>1</cp:revision>
  <dcterms:created xsi:type="dcterms:W3CDTF">2026-04-22T16:51:39Z</dcterms:created>
  <dcterms:modified xsi:type="dcterms:W3CDTF">2026-04-22T16:51:39Z</dcterms:modified>
</cp:coreProperties>
</file>