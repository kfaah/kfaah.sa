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تحسينات تجربة المستخدم الفصلي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النتائج لمجلس الإدارة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تحسينات تجربة المستخدم الفصلي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دوري يعرض التحسينات المنفذة وأثرها على معدلات التحويل ورضا المستخدم.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يرفع كل 3 أشهر للمدير التنفيذي ومجلس الإدارة.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يتضمن مقارنة قبل/بعد ومخططات بصرية.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يُربط الأثر المالي بكل تحسين منفذ.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تحسينات تجربة المستخدم الفصلي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مؤشرات تجربة المستخدم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حالة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الأثر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السنوي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التحسن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الفعلي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قبل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التحسين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المؤشر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إكمال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ث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متوسط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زمن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إتمام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عدد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الخطوات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عبر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الجوال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رضا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المستخدم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(NPS)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الشكاوى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التقنية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نسبة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المتكرر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حدّث الأرقام كل ربع سنة وأرفق المخططات البصرية للمقارنة.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تقرير تحسينات تجربة المستخدم الفصلي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