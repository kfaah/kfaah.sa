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مصفوفة توزيع المهام الإدارية على الفريق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أداة تخطيط للحد من ازدواجية الأدوار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مصفوفة توزيع المهام الإدارية على الفريق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مصفوفة RACI مبسطة لتحديد المسؤول والمساءل والمستشار والمُبلَّغ في كل مهمة إدارية، مما يرفع الإنتاجية ويلغي التداخل.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عبئ كل صف بمهمة محددة وحدد دور كل موظف باختصار R/A/C/I.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اعتمد المصفوفة في اجتماع الفريق الأسبوعي.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حدّث كل شهر مع تطور المسؤوليات.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مصفوفة توزيع المهام الإدارية على الفريق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مصفوفة المسؤوليات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تكرار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المهمة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التنفيذ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المُبلَّغ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المستشار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المساءل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المسؤول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الرئيسي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المهمة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الإدارية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أسبوعي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واحد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التنفيذي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المحاسبة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الإدارة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منسق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العمليات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إعداد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التقارير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الأسبوعية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يومي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حسب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الطلب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الإدارة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الإعلام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العلاقات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أخصائي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خدمة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متابعة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طلبات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المتبرعين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شهري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أيام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التنفيذي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الموارد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البشرية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المحاسب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إعداد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كشوف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المعتمدين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أسبوعي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نصف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الفريق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الإدارة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السكرتير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الإداري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تجهيز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الاجتماعات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يومي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مستمر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تقنية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المعلومات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الإدارة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أخصائي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وثائق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أرشفة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الوثائق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أسبوعي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حسب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الطلب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الإدارة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المخازن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المالية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منسق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المشتريات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متابعة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الموردين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R=Responsible, A=Accountable, C=Consulted, I=Informed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مصفوفة توزيع المهام الإدارية على الفريق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