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محتوى حملة "العشر الأوائل" (نموذج تنفيذي)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كامل لحملة نوعية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محتوى حملة "العشر الأوائل" (نموذج تنفيذي)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محتوى متكامل جاهز لإطلاق حملة العشر الأوائل من ذي الحجة - تشمل المنشورات والرسائل والفيديوهات.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المنشور الأول (تحفيزي): "العشر الأوائل من ذي الحجة... أفضل أيام الدنيا. اغتنمها بأجر مضاعف عبر تبرعك." + صورة بصرية مميزة.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الرسالة النصية: "في كل يوم من العشر، تبرعك يكفل أسرة كاملة لمدة شهر. شارك الآن: {رابط}".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فيديو 30 ثانية: لقطات من المستفيدين + نص قرآني + دعوة للتبرع.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العروض المقترحة: 100 ر.س / 500 ر.س / 1000 ر.س / مبلغ مخصص.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القناة المضافة: WhatsApp Status للمتبرعين السابقين كل يومين.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#العشر_الأوائل #ذو_الحجة #تبرع_بأجر_مضاعف #جمعية_خيرية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محتوى حملة "العشر الأوائل" (نموذج تنفيذي)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