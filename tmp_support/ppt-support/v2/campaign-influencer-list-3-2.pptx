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المؤثرين المقترحين لدعم الحملات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مؤثراً سعودياً للتفعيل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المؤثرين المقترحين لدعم الحملات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بمؤثرين سعوديين معروفين بدعمهم للعمل الخيري - تواصل عبر مكاتبهم أو وكلائهم الرسميين.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التواصل عبر القنوات الرسمية فقط.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تقدم رعاية إعلامية مقابل تغريدة/منشور.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تابع الأثر بقياس الزيارات والتبرعات بعد كل منشور.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المؤثرين المقترحين لدعم الحملات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مؤثرون سعوديون مقترحون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نوع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التعاون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المقترح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شريحة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الجمهور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المنصة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الرئيسية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نوع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التأثير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الفئة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تغريدة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رمضان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والعشر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الأوائل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(متدينون)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يوتيوب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ديني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وتوعوي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دعاة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وعلماء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مقابلة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التنفيذي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تلفزيون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إخباري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ومجتمعي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إعلاميون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مبادرة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"نجوم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الخير"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شباب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إنستغرام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شبابي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رياضي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رياضيون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رعاية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الزكاة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السنوية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رجال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أعمال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لينكدإن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اقتصادي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رواد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أعمال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الكفالة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الصحية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عائلات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يوتيوب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صحي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وتوعوي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أطباء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وأكاديميون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كسوة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الأطفال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نساء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وأمهات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إنستغرام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سناب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نمط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حياة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مدوّنون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اجتماعيون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رعاية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رمضان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واسع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مستمر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شخصيات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إنسانية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قصيدة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دعائية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للحملة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مثقفون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ثقافي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وعاطفي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شعراء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وأدباء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حلقة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كاملة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الجمعية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مهنيون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يوتيوب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سبوتيفاي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حواري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متعمق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مذيعو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بودكاست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تحدي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خيري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بسيط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شباب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تيك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توك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إنستغرام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مهارات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حياتية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مقدمو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برامج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تطبيقية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تبني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كبرى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واسع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مجتمعية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أمراء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وشخصيات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بارزة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المتعففة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مهنيون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توعوي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محامون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وحقوقيون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تصميم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هوية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الحملة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شباب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إنستغرام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بصري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إبداعي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مصممون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ومبدعون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حملة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كفالة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طالب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طلاب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وأهالي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يوتيوب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تعليمي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معلمون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مشهورون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رعاية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اليوم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الوطني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جمهور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عريض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تويتر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واسع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مغردون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مؤثرون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عامون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تواصل عبر شركات إدارة المؤثرين أو مكاتبهم الرسمية - لا تتواصل مباشرة بالحسابات الشخصية.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قائمة المؤثرين المقترحين لدعم الحملات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