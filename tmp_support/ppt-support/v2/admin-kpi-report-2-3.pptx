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مؤشرات الإنتاجية الإدارية الشهري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قياس الأثر بعد التحسين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مؤشرات الإنتاجية الإدارية الشهري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التقرير الشهري لقياس مدى تحسن الإنتاجية بعد تطبيق المصفوفة والقائمة والأتمتة.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عبئ التقرير في نهاية كل شهر.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المؤشرات بالأشهر السابقة.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شارك العرض في اجتماع المراجعة الشهري.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مؤشرات الإنتاجية الإدارية الشهري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مؤشرات الأداء الإداري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إجراء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تحسيني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اتجاه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(↑↓)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نسبة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الإنجاز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الفعلي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المستهدف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المؤشر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زمن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إنجاز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الطلب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الإداري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(ساعات)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عدد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الطلبات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المعلقة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فوق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ساعة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نسبة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المهام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المنجزة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في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وقتها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عدد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المهام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المؤتمتة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فعلياً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ساعات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العمل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الإضافي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للفريق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رضا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الموظفين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نظام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العمل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(10/10)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حدّث الحقول الفارغة شهرياً وقدم التقرير في أول اجتماع تشغيلي.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مؤشرات الإنتاجية الإدارية الشهري</dc:title>
  <dc:subject>PptxGenJS Presentation</dc:subject>
  <dc:creator>PptxGenJS</dc:creator>
  <cp:lastModifiedBy>PptxGenJS</cp:lastModifiedBy>
  <cp:revision>1</cp:revision>
  <dcterms:created xsi:type="dcterms:W3CDTF">2026-04-22T16:51:39Z</dcterms:created>
  <dcterms:modified xsi:type="dcterms:W3CDTF">2026-04-22T16:51:39Z</dcterms:modified>
</cp:coreProperties>
</file>