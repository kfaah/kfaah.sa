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تحسن جودة الخدمة النهائي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لقياس أثر التحسين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تحسن جودة الخدمة النهائي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هذا التقرير مخصص لعرض الارتفاع في جودة الخدمة بعد تطبيق البروتوكول الجديد.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حدّث الأرقام بشكل دوري وشارك العرض في اجتماع المتابعة.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تحسن جودة الخدمة النهائي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الجدول التنفيذي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الرضا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الجديدة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الشكاوى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المغلقة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وقت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الرد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الحالي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وقت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الرد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السابق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قالب عرض دوري لنتائج التحسين.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تحسن جودة الخدمة النهائي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