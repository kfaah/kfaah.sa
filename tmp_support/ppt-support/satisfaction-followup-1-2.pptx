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رسالة قياس الرضا بعد التحسين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للرسالة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رسالة قياس الرضا بعد التحسين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عزيزنا {الاسم}، رأيك يهمنا جداً لنرتقي بخدمتكم.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لقد قمنا مؤخراً بتحديث أنظمة الاستجابة لدينا لضمان سرعة خدمتكم.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هل أنت راضٍ عن تجربتك الأخيرة معنا؟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نرجو منك تقييمنا عبر الرابط التالي: {رابط_التقييم}.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شكراً لكونك جزءاً من عائلتنا.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Lovable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رسالة قياس الرضا بعد التحسين</dc:title>
  <dc:subject>PptxGenJS Presentation</dc:subject>
  <dc:creator>Lovable</dc:creator>
  <cp:lastModifiedBy>Lovable</cp:lastModifiedBy>
  <cp:revision>1</cp:revision>
  <dcterms:created xsi:type="dcterms:W3CDTF">2026-04-22T16:33:19Z</dcterms:created>
  <dcterms:modified xsi:type="dcterms:W3CDTF">2026-04-22T16:33:19Z</dcterms:modified>
</cp:coreProperties>
</file>