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745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سكربت عرض التبرع الأول للمستهدفين الجدد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30175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عرض PowerPoint تنفيذي للإقناع والتواصل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3886200"/>
            <a:ext cx="9235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عرض PowerPoint جاهز للمراجعة والتنفيذ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841248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سكربت عرض التبرع الأول للمستهدفين الجدد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المحتوى الجاهز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155680" cy="521208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536192"/>
            <a:ext cx="10652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خطة عرض التبرع الأول: "خطوتك الأولى في عالم العطاء"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2697480"/>
            <a:ext cx="102870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الوعد: ضمان وصول تبرعك لمستحقيه بأعلى معايير الشفافية.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الفئة المستهدفة: المتبرعون لأول مرة.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المبلغ المقترح: 50 - 100 ريال كبداية.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المنفعة: تقرير أثر فوري يصلك عبر الواتساب بعد التنفيذ.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نص الإقناع: تبرعك اليوم ليس مجرد رقم، بل هو أمل جديد لأسرة محتاجة.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1229"/>
          </a:solidFill>
          <a:ln w="12700">
            <a:solidFill>
              <a:srgbClr val="0812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620256"/>
            <a:ext cx="11155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مادة داعمة تنفيذية جاهزة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Lovable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سكربت عرض التبرع الأول للمستهدفين الجدد</dc:title>
  <dc:subject>PptxGenJS Presentation</dc:subject>
  <dc:creator>Lovable</dc:creator>
  <cp:lastModifiedBy>Lovable</cp:lastModifiedBy>
  <cp:revision>1</cp:revision>
  <dcterms:created xsi:type="dcterms:W3CDTF">2026-04-22T16:33:19Z</dcterms:created>
  <dcterms:modified xsi:type="dcterms:W3CDTF">2026-04-22T16:33:19Z</dcterms:modified>
</cp:coreProperties>
</file>