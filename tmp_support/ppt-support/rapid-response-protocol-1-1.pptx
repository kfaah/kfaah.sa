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بروتوكول الاستجابة السريعة للمتبرعين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للتطبيق التشغيلي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بروتوكول الاستجابة السريعة للمتبرعين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"أهلاً بك {الاسم}، معك {اسم_الموظف} من جمعية {الاسم}. نشكرك على تواصلك ونعتذر عن أي تأخير."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بخصوص استفسارك عن {الموضوع}، يسعدني إبلاغك أننا قمنا بـ {الإجراء}.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سيتم تزويدك بالتحديث النهائي خلال ساعتين.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الرد على الواتساب خلال 15 دقيقة كحد أقصى.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معالجة المشاكل المالية خلال 24 ساعة.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رسالة شكر فورية بعد كل عملية تبرع.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بروتوكول الاستجابة السريعة للمتبرعين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