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منشور استقطاب المتبرعين الجدد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للحملة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منشور استقطاب المتبرعين الجدد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تعلم أن مساهمتك البسيطة تصنع فرقاً عظيماً؟ انضم إلينا اليوم في جمعيتنا وكن جزءاً من قصة نجاح مستمرة.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نحن نؤمن أن العطاء لا يقاس بالكم بل بالأثر.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تبرعك الأول هو بداية لرحلة خير لا تنتهي.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ساهم الآن عبر الرابط: {رابط_المتجر}.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#خير_مستمر #عطاء #جمعية_الخير #تبرع_الآن #مبادرة_إنسانية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اقتراح بصري: فيديو قصير 15 ثانية يظهر أثر التبرع على المستفيدين مع موسيقى هادئة.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منشور استقطاب المتبرعين الجدد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