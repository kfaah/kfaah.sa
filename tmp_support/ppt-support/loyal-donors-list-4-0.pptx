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المتبرعين المنتظمين (برنامج الولاء)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لإدارة برنامج الولاء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المتبرعين المنتظمين (برنامج الولاء)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هذه القائمة تعرض المتبرعين المنتظمين الذين يساهمون بشكل دوري، مع بيانات تواصلهم وتاريخ آخر تبرع وقيمته الإجمالية.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استخدمها لتوزيع التواصل والمتابعة على الفريق.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حدّث حالة كل متبرع بعد كل تواصل.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المتبرعين المنتظمين (برنامج الولاء)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الجدول التنفيذي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ملاحظات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الشريحة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آخر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تبرع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عدد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المرات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إجمالي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التبرعات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البريد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الجوال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الاسم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ولاء قابلة للمراجعة والتحديث.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الدمام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457200"/>
          <a:ext cx="11430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الرياض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أضف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نتيجة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المتابعة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16250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ر.س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donor@example.com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05XXXXXXXX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متبرع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منتظم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قائمة المتبرعين المنتظمين (برنامج الولاء)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