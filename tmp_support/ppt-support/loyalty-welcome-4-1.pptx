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رسالة ترحيب ببرنامج الولاء (نادي الوفاء)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للرسالة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رسالة ترحيب ببرنامج الولاء (نادي الوفاء)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عزيزنا {الاسم}، لأنك من القلة الذين جعلوا العطاء نهجاً مستمراً، يسعدنا انضمامك لـ نادي الوفاء بجمعيتنا.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سنقوم بتزويدك بتقرير حصري نصف سنوي يوضح أثر تبرعاتك التراكمي.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ستحصل على أولوية المشاركة في فعالياتنا الميدانية.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شكراً لثباتك على الخير. {رابط_التفاصيل}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رسالة ترحيب ببرنامج الولاء (نادي الوفاء)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